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this animation demo. This presentation will test our ability to capture click-triggered animations.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show you our three-step process. [CLICK] Step one is preparation and planning. [CLICK] Step two is execution and implementation. [CLICK] Step three is review and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key takeaways. First, always start with clear objectives. [CLICK] Second, measure your progress regularly to stay on track. [CLICK] And third, iterate based on the feedback you receive.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Animation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Testing PowerPoint Animation Capture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Three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27432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200400" cy="2743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743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200400" cy="2743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743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• Start with clear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6400"/>
                </a:solidFill>
              </a:defRPr>
            </a:pPr>
            <a:r>
              <a:t>• Measure progress regularly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6400"/>
                </a:solidFill>
              </a:defRPr>
            </a:pPr>
            <a:r>
              <a:t>• Iterate based on feedback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